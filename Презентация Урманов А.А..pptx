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22F28-980F-4282-AAAD-BCEB5ABF5175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0D874-2B33-4BA0-B261-5A25C7E10E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42070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21325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https://unsplash.com/?utm_source=slidepoint&amp;utm_medium=referra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4156364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u-RU" sz="1400" u="sng" dirty="0">
              <a:solidFill>
                <a:srgbClr val="000000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248986"/>
            <a:ext cx="6255327" cy="345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Урманов Артём Александрович. Поступление в аспирантуру. </a:t>
            </a:r>
            <a:r>
              <a:rPr lang="en-US" sz="2200" b="1" dirty="0" err="1" smtClean="0">
                <a:solidFill>
                  <a:srgbClr val="000000"/>
                </a:solidFill>
              </a:rPr>
              <a:t>Направление</a:t>
            </a:r>
            <a:r>
              <a:rPr lang="en-US" sz="2200" b="1" dirty="0" smtClean="0">
                <a:solidFill>
                  <a:srgbClr val="000000"/>
                </a:solidFill>
              </a:rPr>
              <a:t> </a:t>
            </a:r>
            <a:r>
              <a:rPr lang="en-US" sz="2200" b="1" dirty="0" err="1" smtClean="0">
                <a:solidFill>
                  <a:srgbClr val="000000"/>
                </a:solidFill>
              </a:rPr>
              <a:t>подготовки</a:t>
            </a:r>
            <a:r>
              <a:rPr lang="ru-RU" sz="2200" b="1" dirty="0" smtClean="0">
                <a:solidFill>
                  <a:srgbClr val="000000"/>
                </a:solidFill>
              </a:rPr>
              <a:t>:</a:t>
            </a:r>
            <a:r>
              <a:rPr lang="en-US" sz="2200" b="1" dirty="0" smtClean="0">
                <a:solidFill>
                  <a:srgbClr val="000000"/>
                </a:solidFill>
              </a:rPr>
              <a:t> </a:t>
            </a:r>
            <a:r>
              <a:rPr lang="en-US" sz="2200" b="1" dirty="0" err="1" smtClean="0">
                <a:solidFill>
                  <a:srgbClr val="000000"/>
                </a:solidFill>
              </a:rPr>
              <a:t>Информационные</a:t>
            </a:r>
            <a:r>
              <a:rPr lang="en-US" sz="2200" b="1" dirty="0" smtClean="0">
                <a:solidFill>
                  <a:srgbClr val="000000"/>
                </a:solidFill>
              </a:rPr>
              <a:t> </a:t>
            </a:r>
            <a:r>
              <a:rPr lang="en-US" sz="2200" b="1" dirty="0">
                <a:solidFill>
                  <a:srgbClr val="000000"/>
                </a:solidFill>
              </a:rPr>
              <a:t>технологии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3025833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7" name="Picture 6" descr="Компьютерная информационная безопасность">
            <a:extLst>
              <a:ext uri="{FF2B5EF4-FFF2-40B4-BE49-F238E27FC236}">
                <a16:creationId xmlns:a16="http://schemas.microsoft.com/office/drawing/2014/main" xmlns="" id="{81E9BAA0-CA3A-19A1-4841-7B02AD2D9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719" y="1753640"/>
            <a:ext cx="4252479" cy="2834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54" y="280488"/>
            <a:ext cx="10143824" cy="5287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43989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Мой опыт 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Работая в нефтяной компании, ежедневно решаю задачи, связанные с обработкой и анализом больших объёмов информации.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206283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За последние три года разработал и внедрил более десяти программных решений на C#, оптимизировал SQL и PL/SQL-запросы, повысив производительность обработки данных на 25%.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590831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Основные направления моей деятельности включают сопровождение корпоративных информационных систем и автоматизацию бизнес-процессов, что позволяет эффективно управлять производственными данными и повышать эффективность работы </a:t>
            </a:r>
            <a:r>
              <a:rPr lang="en-US" sz="1400" dirty="0" err="1">
                <a:solidFill>
                  <a:srgbClr val="000000"/>
                </a:solidFill>
              </a:rPr>
              <a:t>компании</a:t>
            </a:r>
            <a:r>
              <a:rPr lang="en-US" sz="1400" dirty="0" smtClean="0">
                <a:solidFill>
                  <a:srgbClr val="000000"/>
                </a:solidFill>
              </a:rPr>
              <a:t>.</a:t>
            </a:r>
            <a:endParaRPr lang="ru-RU" sz="1400" dirty="0" smtClean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dirty="0" smtClean="0">
                <a:solidFill>
                  <a:srgbClr val="000000"/>
                </a:solidFill>
              </a:rPr>
              <a:t>Также работал в АО «НИИПП» писал код под микроконтроллеры и ПО для </a:t>
            </a:r>
            <a:r>
              <a:rPr lang="ru-RU" sz="1400" dirty="0" err="1" smtClean="0">
                <a:solidFill>
                  <a:srgbClr val="000000"/>
                </a:solidFill>
              </a:rPr>
              <a:t>андройд</a:t>
            </a:r>
            <a:r>
              <a:rPr lang="ru-RU" sz="1400" dirty="0" smtClean="0">
                <a:solidFill>
                  <a:srgbClr val="000000"/>
                </a:solidFill>
              </a:rPr>
              <a:t> приложений.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Образование: Специалист по </a:t>
            </a:r>
            <a:r>
              <a:rPr lang="ru-RU" sz="1400" dirty="0" smtClean="0">
                <a:solidFill>
                  <a:srgbClr val="000000"/>
                </a:solidFill>
              </a:rPr>
              <a:t>защите информации</a:t>
            </a:r>
            <a:r>
              <a:rPr lang="ru-RU" sz="1400" dirty="0" smtClean="0">
                <a:solidFill>
                  <a:srgbClr val="000000"/>
                </a:solidFill>
              </a:rPr>
              <a:t>.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Доп образование: </a:t>
            </a:r>
            <a:r>
              <a:rPr lang="en-US" sz="1400" dirty="0">
                <a:solidFill>
                  <a:srgbClr val="000000"/>
                </a:solidFill>
              </a:rPr>
              <a:t>Python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-</a:t>
            </a:r>
            <a:r>
              <a:rPr lang="ru-RU" sz="1400" dirty="0">
                <a:solidFill>
                  <a:srgbClr val="000000"/>
                </a:solidFill>
              </a:rPr>
              <a:t> разработчик, С++ - разработчик.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909" y="1662545"/>
            <a:ext cx="3782291" cy="2168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6" y="-419793"/>
            <a:ext cx="11869615" cy="6676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3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Почему я решил поступить в аспирантуру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За годы практической работы в нефтяной компании я ежедневно решал задачи, связанные с обработкой и анализом больших объёмов информации.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2" y="287439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Р</a:t>
            </a:r>
            <a:r>
              <a:rPr lang="en-US" sz="1400" dirty="0" err="1" smtClean="0">
                <a:solidFill>
                  <a:srgbClr val="000000"/>
                </a:solidFill>
              </a:rPr>
              <a:t>азработал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несколько проектов на C#, оптимизировал SQL и PL/SQL, сопровождал корпоративные информационные системы и автоматизировал бизнес-процессы.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692769"/>
            <a:ext cx="5818909" cy="1419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Это позволило мне повысить производительность обработки данных, и я понял, что для дальнейшего профессионального развития мне необходимо углубиться в научные исследования в области информационных технологий. Поэтому я принял решение поступить в аспирантуру.</a:t>
            </a:r>
            <a:endParaRPr lang="en-US" sz="1400" dirty="0"/>
          </a:p>
        </p:txBody>
      </p:sp>
      <p:pic>
        <p:nvPicPr>
          <p:cNvPr id="9" name="Picture 8" descr="Информационная безопасность в 2017 году: тенденции | Директор информационной  службы | Издательство «Открытые системы»">
            <a:extLst>
              <a:ext uri="{FF2B5EF4-FFF2-40B4-BE49-F238E27FC236}">
                <a16:creationId xmlns:a16="http://schemas.microsoft.com/office/drawing/2014/main" xmlns="" id="{182ADFC3-B4B1-1655-95ED-DBEF4EF8A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436" y="1573184"/>
            <a:ext cx="4987286" cy="33227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" y="-1058835"/>
            <a:ext cx="11396302" cy="64104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Почему именно информационные технологии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189758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Информационные технологии играют ключевую роль в развитии современной промышленности, особенно в области Big Data, искусственного интеллекта, машинного обучения, Data Science, цифровых двойников и предиктивной аналитики.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290822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Эти направления уже активно внедряются в нефтегазовой отрасли, требуя научного развития и инновационных решений.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2794980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За последние пять лет количество исследований в сфере искусственного интеллекта увеличилось на 300%, что свидетельствует о растущем интересе к данным технологиям и их потенциале для решения сложных производственных задач.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3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Мои научные интересы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Мои научные интересы включают интеллектуальный анализ данных, где я разрабатываю методы поиска закономерностей в производственной </a:t>
            </a:r>
            <a:r>
              <a:rPr lang="en-US" sz="1400" dirty="0" err="1">
                <a:solidFill>
                  <a:srgbClr val="000000"/>
                </a:solidFill>
              </a:rPr>
              <a:t>информации</a:t>
            </a:r>
            <a:r>
              <a:rPr lang="en-US" sz="1400" dirty="0" smtClean="0">
                <a:solidFill>
                  <a:srgbClr val="000000"/>
                </a:solidFill>
              </a:rPr>
              <a:t>.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r>
              <a:rPr lang="ru-RU" sz="1400" dirty="0" smtClean="0">
                <a:solidFill>
                  <a:srgbClr val="000000"/>
                </a:solidFill>
              </a:rPr>
              <a:t>Делаю выборку данных, провожу их анализ, подбираю формулы для расчета данных и автоматизирую процессы загрузки 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" name="AutoShape 2" descr="Создание графического интерфейса базы данных с использованием C# и Java | Институт дополнительного образования МУИВ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9646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Предполагаемая тема научного исследования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6" y="1238596"/>
            <a:ext cx="9975273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Предполагаемая тема научного исследования — разработка интеллектуальных методов обработки </a:t>
            </a:r>
            <a:r>
              <a:rPr lang="en-US" sz="1400" dirty="0" err="1">
                <a:solidFill>
                  <a:srgbClr val="000000"/>
                </a:solidFill>
              </a:rPr>
              <a:t>производственных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</a:rPr>
              <a:t>данных</a:t>
            </a:r>
            <a:r>
              <a:rPr lang="en-US" sz="1400" dirty="0" smtClean="0">
                <a:solidFill>
                  <a:srgbClr val="000000"/>
                </a:solidFill>
              </a:rPr>
              <a:t>. </a:t>
            </a:r>
            <a:r>
              <a:rPr lang="en-US" sz="1400" dirty="0">
                <a:solidFill>
                  <a:srgbClr val="000000"/>
                </a:solidFill>
              </a:rPr>
              <a:t>В рамках исследования предполагается анализ производственных данных, разработка новых алгоритмов обработки информации, повышение эффективности корпоративных информационных систем, применение искусственного интеллекта для поддержки принятия решений, оптимизация обработки больших массивов данных.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5" y="2670357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Цель исследования — повысить эффективность работы нефтегазовых предприятий за счёт применения современных технологий машинного обучения и искусственного интеллекта, что позволит ускорить обработку данных и улучшить качество принимаемых решений.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614" y="873369"/>
            <a:ext cx="10298723" cy="49921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18909" y="1082733"/>
            <a:ext cx="5985164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Почему я буду полезен кафедре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Я обладаю значительным опытом работы в нефтяной компании, где ежедневно обрабатываю и анализирую большие объёмы информации. За время практической деятельности я участвовал в разработке программного обеспечения на C#, оптимизации SQL и PL/SQL, </a:t>
            </a:r>
            <a:r>
              <a:rPr lang="en-US" sz="1400" dirty="0" smtClean="0">
                <a:solidFill>
                  <a:srgbClr val="000000"/>
                </a:solidFill>
              </a:rPr>
              <a:t>PG/SQL, </a:t>
            </a:r>
            <a:r>
              <a:rPr lang="en-US" sz="1400" dirty="0" err="1" smtClean="0">
                <a:solidFill>
                  <a:srgbClr val="000000"/>
                </a:solidFill>
              </a:rPr>
              <a:t>сопровождении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корпоративных информационных систем и автоматизации бизнес-процессов.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3757353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Мой опыт позволит мне эффективно сочетать научную деятельность с практической разработкой и внедрением интеллектуальных методов обработки данных, что сделает меня ценным сотрудником кафедры.</a:t>
            </a:r>
            <a:endParaRPr lang="en-US" sz="1400" dirty="0"/>
          </a:p>
        </p:txBody>
      </p:sp>
      <p:sp>
        <p:nvSpPr>
          <p:cNvPr id="8" name="AutoShape 2" descr="IT Managed Services - Business IT Infrastructure Developm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71" y="1373677"/>
            <a:ext cx="3864156" cy="3226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Мои цели обучения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Во время обучения в аспирантуре я планирую приобрести опыт проведения научных исследований, а </a:t>
            </a:r>
            <a:r>
              <a:rPr lang="en-US" sz="1400" dirty="0" err="1">
                <a:solidFill>
                  <a:srgbClr val="000000"/>
                </a:solidFill>
              </a:rPr>
              <a:t>также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 smtClean="0">
                <a:solidFill>
                  <a:srgbClr val="000000"/>
                </a:solidFill>
              </a:rPr>
              <a:t>публиковать </a:t>
            </a:r>
            <a:r>
              <a:rPr lang="en-US" sz="1400" dirty="0" err="1" smtClean="0">
                <a:solidFill>
                  <a:srgbClr val="000000"/>
                </a:solidFill>
              </a:rPr>
              <a:t>стат</a:t>
            </a:r>
            <a:r>
              <a:rPr lang="ru-RU" sz="1400" dirty="0" err="1" smtClean="0">
                <a:solidFill>
                  <a:srgbClr val="000000"/>
                </a:solidFill>
              </a:rPr>
              <a:t>ьи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в рецензируемых научных журналах.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я намерен участвовать в научных конференциях, развивать современные методы обработки данных и внедрять результаты исследований в промышленность. Одной из моих ключевых задач является подготовка кандидатской диссертации, что позволит внести значительный вклад в развитие цифровых технологий для промышленности.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11708177" y="6529754"/>
            <a:ext cx="483823" cy="37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570</Words>
  <Application>Microsoft Office PowerPoint</Application>
  <PresentationFormat>Широкоэкранный</PresentationFormat>
  <Paragraphs>47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Урманов Артём</cp:lastModifiedBy>
  <cp:revision>7</cp:revision>
  <dcterms:created xsi:type="dcterms:W3CDTF">2026-08-02T15:10:34Z</dcterms:created>
  <dcterms:modified xsi:type="dcterms:W3CDTF">2026-08-03T02:55:08Z</dcterms:modified>
</cp:coreProperties>
</file>